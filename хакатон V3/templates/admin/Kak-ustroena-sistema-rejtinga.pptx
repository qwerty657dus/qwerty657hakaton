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Lora"/>
      <p:regular r:id="rId15"/>
    </p:embeddedFont>
    <p:embeddedFont>
      <p:font typeface="Lora"/>
      <p:regular r:id="rId16"/>
    </p:embeddedFont>
    <p:embeddedFont>
      <p:font typeface="Lora"/>
      <p:regular r:id="rId17"/>
    </p:embeddedFont>
    <p:embeddedFont>
      <p:font typeface="Lora"/>
      <p:regular r:id="rId18"/>
    </p:embeddedFont>
    <p:embeddedFont>
      <p:font typeface="Source Sans 3"/>
      <p:regular r:id="rId19"/>
    </p:embeddedFont>
    <p:embeddedFont>
      <p:font typeface="Source Sans 3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9.xml"/><Relationship Id="rId1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3118961"/>
            <a:ext cx="1844754" cy="449818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3190756"/>
            <a:ext cx="15575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 «ПТИЧКА»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3664506"/>
            <a:ext cx="86603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устроена система рейтинга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472749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Простая регистрация, честные баллы, защита от накруток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484233"/>
            <a:ext cx="942856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563648"/>
            <a:ext cx="64043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ЗАДАЧА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045018"/>
            <a:ext cx="681382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требовалось сделать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3108008"/>
            <a:ext cx="4158734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204" y="3138488"/>
            <a:ext cx="4097774" cy="71806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2737604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07519" y="4095869"/>
            <a:ext cx="32436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Автоматический расчёт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07519" y="4591407"/>
            <a:ext cx="361914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Создать систему, где баллы начисляются автоматически по заданным правилам — без ручных правок и ошибок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5235773" y="3108008"/>
            <a:ext cx="4158734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66253" y="3138488"/>
            <a:ext cx="4097774" cy="71806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7135654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05569" y="4095869"/>
            <a:ext cx="31519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Только реальные люди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5569" y="4591407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Гарантировать, что каждый участник — настоящий человек, а не фейковый аккаунт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3108008"/>
            <a:ext cx="4158853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64303" y="3138488"/>
            <a:ext cx="4097893" cy="71806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3703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903619" y="4095869"/>
            <a:ext cx="36192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Удобство для администратора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03619" y="4943356"/>
            <a:ext cx="361926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Дать администратору простой и понятный инструмент для внесения данных о сданном вторсырье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759029"/>
            <a:ext cx="1086088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838444"/>
            <a:ext cx="78366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РЕЙТИНГ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319814"/>
            <a:ext cx="742259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Прозрачный расчёт баллов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38280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считает баллы по простой формуле. Каждый тип вторсырья имеет свой коэффициент — например, пластик «стоит» больше, чем бумага.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37724" y="4418052"/>
            <a:ext cx="12954952" cy="1017151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39" y="4766786"/>
            <a:ext cx="299204" cy="2393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5559" y="4717137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Формула: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Вес вторсырья × Коэффициент материала = Баллы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5704403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Коэффициенты заранее заложены в систему и не могут быть изменены вручную — это гарантирует честность для всех участников.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395055"/>
            <a:ext cx="1648778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474470"/>
            <a:ext cx="134635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955840"/>
            <a:ext cx="848475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мы гарантируем честность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3018830"/>
            <a:ext cx="4158734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</p:sp>
      <p:sp>
        <p:nvSpPr>
          <p:cNvPr id="6" name="Shape 4"/>
          <p:cNvSpPr/>
          <p:nvPr/>
        </p:nvSpPr>
        <p:spPr>
          <a:xfrm>
            <a:off x="1077039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4445" y="3455551"/>
            <a:ext cx="323136" cy="3231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7039" y="4215527"/>
            <a:ext cx="33601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Подтверждённый номер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7039" y="4711065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Только пользователи, подтвердившие номер телефона через SMS, участвуют в рейтинге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5235773" y="3018830"/>
            <a:ext cx="4158734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</p:sp>
      <p:sp>
        <p:nvSpPr>
          <p:cNvPr id="11" name="Shape 8"/>
          <p:cNvSpPr/>
          <p:nvPr/>
        </p:nvSpPr>
        <p:spPr>
          <a:xfrm>
            <a:off x="5475089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495" y="3455551"/>
            <a:ext cx="323136" cy="3231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5089" y="4215527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Нулевые баллы без верификации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75089" y="5063014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Баллы неподтверждённых пользователей всегда равны нулю — накрутить невозможно</a:t>
            </a:r>
            <a:endParaRPr lang="en-US" sz="1850" dirty="0"/>
          </a:p>
        </p:txBody>
      </p:sp>
      <p:sp>
        <p:nvSpPr>
          <p:cNvPr id="15" name="Shape 11"/>
          <p:cNvSpPr/>
          <p:nvPr/>
        </p:nvSpPr>
        <p:spPr>
          <a:xfrm>
            <a:off x="9633823" y="3018830"/>
            <a:ext cx="4158853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</p:sp>
      <p:sp>
        <p:nvSpPr>
          <p:cNvPr id="16" name="Shape 12"/>
          <p:cNvSpPr/>
          <p:nvPr/>
        </p:nvSpPr>
        <p:spPr>
          <a:xfrm>
            <a:off x="9873139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0544" y="3455551"/>
            <a:ext cx="323136" cy="3231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3139" y="4215527"/>
            <a:ext cx="36802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Только администратор вносит данные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873139" y="5063014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не может самостоятельно добавить баллы — все записи делает администратор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2728317"/>
            <a:ext cx="1503283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2807732"/>
            <a:ext cx="120086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РЕГИСТРАЦИЯ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3289102"/>
            <a:ext cx="1177861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Безопасный вход и гибкость доставки кода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4352092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Сейчас для отправки кодов используется сервис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TargetSMS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Архитектура системы позволяет за один день заменить агрегатора — например, переключиться на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МТС Exolve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который обеспечивает более высокую скорость и надёжность для организаций.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69852"/>
            <a:ext cx="2291239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749266"/>
            <a:ext cx="198882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АДМИНИСТРИРОВАНИЕ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230636"/>
            <a:ext cx="86475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Рабочее место администратора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0303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это работает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74130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Администратор выбирает пользователя, тип вторсырья и вес — баллы начисляются мгновенно. Никаких сложных формул, всё происходит автоматически.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776549"/>
            <a:ext cx="12954952" cy="1783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Выбор участника из списка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Указание типа и веса вторсырья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Мгновенное начисление баллов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Вся история сохраняется и доступна для просмотра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2561392"/>
            <a:ext cx="1368266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2640806"/>
            <a:ext cx="106584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МОТИВАЦИЯ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3122176"/>
            <a:ext cx="858607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Динамика на главной странице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921919"/>
            <a:ext cx="38378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видит каждый участник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63284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видит, сколько килограммов он сдал по дням — и как это соотносится со средним показателем всех участников.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8506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Данные обновляются автоматически. Это мотивирует сдавать больше и следить за своим прогрессом.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880" y="569952"/>
            <a:ext cx="724972" cy="359212"/>
          </a:xfrm>
          <a:prstGeom prst="roundRect">
            <a:avLst>
              <a:gd name="adj" fmla="val 6747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877967" y="630436"/>
            <a:ext cx="48279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ИТОГИ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56880" y="997268"/>
            <a:ext cx="4752380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мы получаем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604" y="1853327"/>
            <a:ext cx="302895" cy="302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3153" y="1847017"/>
            <a:ext cx="3545443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Честный рейтинг без накруток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13153" y="2246233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Автоматический расчёт и защита от фейков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604" y="2891076"/>
            <a:ext cx="302895" cy="3028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3153" y="2884765"/>
            <a:ext cx="4717852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Простая регистрация с подтверждением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413153" y="3283982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SMS-верификация гарантирует реальных участников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04" y="3928824"/>
            <a:ext cx="302895" cy="3028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3153" y="3922514"/>
            <a:ext cx="2672715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Удобная админ-панель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413153" y="4321731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Быстрое внесение данных и полная история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604" y="4966573"/>
            <a:ext cx="302895" cy="3028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3153" y="4960263"/>
            <a:ext cx="3991213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Наглядный график для мотивации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413153" y="5359479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видит свой прогресс в сравнении с другими</a:t>
            </a:r>
            <a:endParaRPr lang="en-US" sz="15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604" y="6004322"/>
            <a:ext cx="302895" cy="3028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3153" y="5998012"/>
            <a:ext cx="3709749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Готовность к масштабированию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1413153" y="6397228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Смена SMS-сервиса без перестройки всей системы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756880" y="6886694"/>
            <a:ext cx="13116639" cy="772954"/>
          </a:xfrm>
          <a:prstGeom prst="roundRect">
            <a:avLst>
              <a:gd name="adj" fmla="val 3920"/>
            </a:avLst>
          </a:prstGeom>
          <a:solidFill>
            <a:srgbClr val="B6FCB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810" y="7168158"/>
            <a:ext cx="252413" cy="20193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13153" y="7107555"/>
            <a:ext cx="1225843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готова к использованию уже сейчас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2026-04-24T06:56:18Z</dcterms:created>
  <dcterms:modified xsi:type="dcterms:W3CDTF">2026-04-24T06:56:18Z</dcterms:modified>
</cp:coreProperties>
</file>