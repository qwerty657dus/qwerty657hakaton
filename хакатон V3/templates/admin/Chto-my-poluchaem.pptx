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Lora"/>
      <p:regular r:id="rId8"/>
    </p:embeddedFont>
    <p:embeddedFont>
      <p:font typeface="Lora"/>
      <p:regular r:id="rId9"/>
    </p:embeddedFont>
    <p:embeddedFont>
      <p:font typeface="Lora"/>
      <p:regular r:id="rId10"/>
    </p:embeddedFont>
    <p:embeddedFont>
      <p:font typeface="Lora"/>
      <p:regular r:id="rId11"/>
    </p:embeddedFont>
    <p:embeddedFont>
      <p:font typeface="Source Sans 3"/>
      <p:regular r:id="rId12"/>
    </p:embeddedFont>
    <p:embeddedFont>
      <p:font typeface="Source Sans 3"/>
      <p:regular r:id="rId1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181933"/>
            <a:ext cx="859631" cy="449818"/>
          </a:xfrm>
          <a:prstGeom prst="roundRect">
            <a:avLst>
              <a:gd name="adj" fmla="val 6386"/>
            </a:avLst>
          </a:prstGeom>
          <a:solidFill>
            <a:srgbClr val="E2ECDF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1253728"/>
            <a:ext cx="572453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ИТОГИ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72747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Что мы получаем</a:t>
            </a:r>
            <a:endParaRPr lang="en-US" sz="4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7497" y="2797909"/>
            <a:ext cx="358973" cy="3589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5559" y="2790468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Честный рейтинг без накруток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3637955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Автоматический расчёт и защита от фейков</a:t>
            </a:r>
            <a:endParaRPr lang="en-US" sz="18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45549" y="2797909"/>
            <a:ext cx="358973" cy="3589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3611" y="2790468"/>
            <a:ext cx="334101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Простая регистрация с подтверждением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6033611" y="3637955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SMS-верификация гарантирует реальных участников</a:t>
            </a:r>
            <a:endParaRPr lang="en-US" sz="18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63601" y="2797909"/>
            <a:ext cx="358973" cy="35897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51663" y="2790468"/>
            <a:ext cx="316706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Удобная админ-панель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10451663" y="3286006"/>
            <a:ext cx="334101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Быстрое внесение данных и полная история</a:t>
            </a:r>
            <a:endParaRPr lang="en-US" sz="18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497" y="4890195"/>
            <a:ext cx="358973" cy="35897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15559" y="4882753"/>
            <a:ext cx="472952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Наглядный график для мотивации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615559" y="5378291"/>
            <a:ext cx="554997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Каждый видит свой прогресс в сравнении с другими</a:t>
            </a:r>
            <a:endParaRPr lang="en-US" sz="18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54516" y="4890195"/>
            <a:ext cx="358973" cy="35897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242578" y="4882753"/>
            <a:ext cx="439590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Готовность к масштабированию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8242578" y="5378291"/>
            <a:ext cx="555009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Смена SMS-сервиса без перестройки всей системы</a:t>
            </a:r>
            <a:endParaRPr lang="en-US" sz="1850" dirty="0"/>
          </a:p>
        </p:txBody>
      </p:sp>
      <p:sp>
        <p:nvSpPr>
          <p:cNvPr id="20" name="Shape 13"/>
          <p:cNvSpPr/>
          <p:nvPr/>
        </p:nvSpPr>
        <p:spPr>
          <a:xfrm>
            <a:off x="837724" y="6030516"/>
            <a:ext cx="12954952" cy="1017151"/>
          </a:xfrm>
          <a:prstGeom prst="roundRect">
            <a:avLst>
              <a:gd name="adj" fmla="val 3530"/>
            </a:avLst>
          </a:prstGeom>
          <a:solidFill>
            <a:srgbClr val="B6FCB8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7039" y="6379250"/>
            <a:ext cx="299204" cy="239316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15559" y="6329601"/>
            <a:ext cx="1193780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Система готова к использованию уже сейчас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2026-04-24T08:17:48Z</dcterms:created>
  <dcterms:modified xsi:type="dcterms:W3CDTF">2026-04-24T08:17:48Z</dcterms:modified>
</cp:coreProperties>
</file>